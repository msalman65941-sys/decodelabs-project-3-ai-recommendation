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embeddedFontLst>
    <p:embeddedFont>
      <p:font typeface="Fira Code" panose="020B0809050000020004" pitchFamily="49" charset="0"/>
      <p:regular r:id="rId10"/>
      <p:bold r:id="rId11"/>
    </p:embeddedFon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SemiBold" panose="000007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5C10C9-2ADB-4D63-B7AD-6FD2920C0B9D}">
  <a:tblStyle styleId="{E15C10C9-2ADB-4D63-B7AD-6FD2920C0B9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" y="1982241"/>
            <a:ext cx="952500" cy="7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077616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Virtual Internship Project 3: Knowledge-Based Filtering Architecture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62412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Student Name: Muhammad Salman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 Program: DecodeLabs Internship (Week 3)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296566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AI RECOMMENDATION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28900"/>
            <a:ext cx="52863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28900"/>
            <a:ext cx="5286375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04875" y="3448050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Building a logical personalization pipeline that segments cross-domain catalogs (Movies, Books, Games) efficiently according to explicit user preference input.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67500" y="3448050"/>
            <a:ext cx="46196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multi-layered conditional decision architecture that dynamically maps structural content sub-types to predefined preference matrices using dynamic input normalization.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OVERVIEW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2962275"/>
            <a:ext cx="485060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The Domain Challenge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2962275"/>
            <a:ext cx="485060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Our System Approach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9362"/>
            <a:ext cx="352425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519362"/>
            <a:ext cx="352425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519362"/>
            <a:ext cx="352425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66775" y="3938587"/>
            <a:ext cx="2933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Segmented dynamically into Action, Comedy, and Horror tiers.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29150" y="3938587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Classified under educational and leisure paths: Science, History, and Fiction.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391525" y="3938587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Mapped instantly for active users across Racing, Adventure, and Sports vectors.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4075" y="28622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0262" y="2862262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96437" y="2862262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MULTI-DOMAIN CATALOG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793432" y="3452812"/>
            <a:ext cx="308038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Movies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55807" y="3452812"/>
            <a:ext cx="308038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Books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18182" y="3452812"/>
            <a:ext cx="308038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Games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952500" y="308133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Hierarchical Filtering: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Implements nested logical structures to isolate main classes before drilling down to individual sub-genres.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3576637"/>
            <a:ext cx="10668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Input Normalization: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Utilizes explicit Python .lower() mutations on user strings to achieve robust validation against system rule-sets.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43862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Exception Mitigation: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Integrated catch-all conditional fallbacks to flag invalid inputs structural categories gracefully.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1467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099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1960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 STRATEGY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" name="Google Shape;139;p17"/>
          <p:cNvGraphicFramePr/>
          <p:nvPr/>
        </p:nvGraphicFramePr>
        <p:xfrm>
          <a:off x="571500" y="2957512"/>
          <a:ext cx="11049000" cy="2038325"/>
        </p:xfrm>
        <a:graphic>
          <a:graphicData uri="http://schemas.openxmlformats.org/drawingml/2006/table">
            <a:tbl>
              <a:tblPr firstRow="1" bandRow="1">
                <a:noFill/>
                <a:tableStyleId>{E15C10C9-2ADB-4D63-B7AD-6FD2920C0B9D}</a:tableStyleId>
              </a:tblPr>
              <a:tblGrid>
                <a:gridCol w="231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Domain Class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Sub-Genre Vector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Top Pick Deployments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Movies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Action | Comedy | Horror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John Wick, Home Alone, The Conjuring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Books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Science | History | Fiction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Cosmos, Sapiens, Harry Potter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Games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Racing | Adventure | Sports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Forza Horizon, GTA V, EA FC 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0" name="Google Shape;140;p17"/>
          <p:cNvSpPr/>
          <p:nvPr/>
        </p:nvSpPr>
        <p:spPr>
          <a:xfrm>
            <a:off x="571500" y="4010025"/>
            <a:ext cx="2314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885777" y="4010025"/>
            <a:ext cx="36729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558706" y="4010025"/>
            <a:ext cx="50617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71500" y="4495800"/>
            <a:ext cx="2314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2885777" y="4495800"/>
            <a:ext cx="36729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558706" y="4495800"/>
            <a:ext cx="50617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4981575"/>
            <a:ext cx="2314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885777" y="4981575"/>
            <a:ext cx="36729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558706" y="4981575"/>
            <a:ext cx="50617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CONTENT MATRIX STRATEGY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8312"/>
            <a:ext cx="5286375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819150" y="1985962"/>
            <a:ext cx="4791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DecodeLabs Recommendation Engine Console v3.0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819150" y="2243137"/>
            <a:ext cx="47910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819150" y="2395537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Categories: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1. Movies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2. Books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3. Games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19150" y="3309937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Choose a category: </a:t>
            </a:r>
            <a:r>
              <a:rPr lang="en-US" sz="1350" b="1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movies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19150" y="3538537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Movie Types: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- Action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- Comedy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- Horror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19150" y="4452937"/>
            <a:ext cx="4791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Choose movie type: </a:t>
            </a:r>
            <a:r>
              <a:rPr lang="en-US" sz="1350" b="1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19150" y="4910137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Recommended Movies: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 1. John Wick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 2. Mission Impossible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 3. Mad Max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334125" y="36195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console output showcases nested lookup execution. Normalization correctly resolves case variations, verifying the structural accuracy of user recommendations instantly.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INTERACTIVE TERMINAL OUTPUT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6334125" y="3133725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Deterministic Intent Resolution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762000" y="3039367"/>
            <a:ext cx="59721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DecodeLabs Virtual Internship | Week 3 Completed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61999" y="4049538"/>
            <a:ext cx="59721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Presenter: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Muhammad Salman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/>
          </a:p>
        </p:txBody>
      </p:sp>
      <p:sp>
        <p:nvSpPr>
          <p:cNvPr id="184" name="Google Shape;184;p20"/>
          <p:cNvSpPr txBox="1"/>
          <p:nvPr/>
        </p:nvSpPr>
        <p:spPr>
          <a:xfrm>
            <a:off x="762000" y="2182117"/>
            <a:ext cx="6270783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Widescreen</PresentationFormat>
  <Paragraphs>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Fira Code</vt:lpstr>
      <vt:lpstr>Lato</vt:lpstr>
      <vt:lpstr>Arial</vt:lpstr>
      <vt:lpstr>Poppins SemiBold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Salman</cp:lastModifiedBy>
  <cp:revision>1</cp:revision>
  <dcterms:modified xsi:type="dcterms:W3CDTF">2026-06-27T06:30:29Z</dcterms:modified>
</cp:coreProperties>
</file>